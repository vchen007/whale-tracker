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1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00200"/>
            <a:ext cx="9144000" cy="0"/>
          </a:xfrm>
          <a:prstGeom prst="line">
            <a:avLst/>
          </a:prstGeom>
          <a:noFill/>
          <a:ln w="6350">
            <a:solidFill>
              <a:srgbClr val="1118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118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154680"/>
            <a:ext cx="9144000" cy="0"/>
          </a:xfrm>
          <a:prstGeom prst="line">
            <a:avLst/>
          </a:prstGeom>
          <a:noFill/>
          <a:ln w="6350">
            <a:solidFill>
              <a:srgbClr val="111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931920"/>
            <a:ext cx="9144000" cy="0"/>
          </a:xfrm>
          <a:prstGeom prst="line">
            <a:avLst/>
          </a:prstGeom>
          <a:noFill/>
          <a:ln w="6350">
            <a:solidFill>
              <a:srgbClr val="1118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111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8620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0D11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777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🐳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KALSHI WHALE TRACKER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57200" y="2578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 Market Intelligence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474720" y="3182112"/>
            <a:ext cx="2194560" cy="0"/>
          </a:xfrm>
          <a:prstGeom prst="line">
            <a:avLst/>
          </a:prstGeom>
          <a:noFill/>
          <a:ln w="19050">
            <a:solidFill>
              <a:srgbClr val="E3B3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10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3767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smart money.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2651760" cy="301752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26517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17904"/>
            <a:ext cx="512064" cy="512064"/>
          </a:xfrm>
          <a:prstGeom prst="ellipse">
            <a:avLst/>
          </a:prstGeom>
          <a:solidFill>
            <a:srgbClr val="0D1F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17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" y="215798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Filtering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" y="2651760"/>
            <a:ext cx="2322576" cy="0"/>
          </a:xfrm>
          <a:prstGeom prst="line">
            <a:avLst/>
          </a:prstGeom>
          <a:noFill/>
          <a:ln w="12700">
            <a:solidFill>
              <a:srgbClr val="1E25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770632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surfaces thousands of trades daily with no way to isolate high-conviction whale bets from the noise.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1353312"/>
            <a:ext cx="2651760" cy="301752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353312"/>
            <a:ext cx="26517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517904"/>
            <a:ext cx="512064" cy="512064"/>
          </a:xfrm>
          <a:prstGeom prst="ellipse">
            <a:avLst/>
          </a:prstGeom>
          <a:solidFill>
            <a:srgbClr val="0D1F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517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02152" y="215798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Is Invisible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02152" y="2651760"/>
            <a:ext cx="2322576" cy="0"/>
          </a:xfrm>
          <a:prstGeom prst="line">
            <a:avLst/>
          </a:prstGeom>
          <a:noFill/>
          <a:ln w="12700">
            <a:solidFill>
              <a:srgbClr val="1E2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770632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$50,000 single-direction trade looks identical to a $5 trade in the default Kalshi UI.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1353312"/>
            <a:ext cx="2651760" cy="301752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353312"/>
            <a:ext cx="26517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1517904"/>
            <a:ext cx="512064" cy="512064"/>
          </a:xfrm>
          <a:prstGeom prst="ellipse">
            <a:avLst/>
          </a:prstGeom>
          <a:solidFill>
            <a:srgbClr val="0D1F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517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3952" y="215798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 or Monitoring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73952" y="2651760"/>
            <a:ext cx="2322576" cy="0"/>
          </a:xfrm>
          <a:prstGeom prst="line">
            <a:avLst/>
          </a:prstGeom>
          <a:noFill/>
          <a:ln w="12700">
            <a:solidFill>
              <a:srgbClr val="1E25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2770632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automatically act on signals or monitor system health without constant manual supervision.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2651760" cy="320040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26517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179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0352" y="1975104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Pipeline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" y="2432304"/>
            <a:ext cx="2322576" cy="0"/>
          </a:xfrm>
          <a:prstGeom prst="line">
            <a:avLst/>
          </a:prstGeom>
          <a:noFill/>
          <a:ln w="12700">
            <a:solidFill>
              <a:srgbClr val="1E2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651760"/>
            <a:ext cx="54864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694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feed + RSA-PSS auth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127248"/>
            <a:ext cx="54864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449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with WAL mode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3602736"/>
            <a:ext cx="54864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204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backfill for metadata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4078224"/>
            <a:ext cx="54864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995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mapping via events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1353312"/>
            <a:ext cx="2651760" cy="320040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353312"/>
            <a:ext cx="265176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15179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02152" y="1975104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Dashboard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502152" y="2432304"/>
            <a:ext cx="2322576" cy="0"/>
          </a:xfrm>
          <a:prstGeom prst="line">
            <a:avLst/>
          </a:prstGeom>
          <a:noFill/>
          <a:ln w="12700">
            <a:solidFill>
              <a:srgbClr val="1E25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2651760"/>
            <a:ext cx="54864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25694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trade feed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02152" y="3127248"/>
            <a:ext cx="54864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30449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highlighting by size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02152" y="3602736"/>
            <a:ext cx="54864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35204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LIVE timing badge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02152" y="4078224"/>
            <a:ext cx="54864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3995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Resizable columns + filters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1353312"/>
            <a:ext cx="2651760" cy="320040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1353312"/>
            <a:ext cx="26517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15179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73952" y="1975104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Auto-Trader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73952" y="2432304"/>
            <a:ext cx="2322576" cy="0"/>
          </a:xfrm>
          <a:prstGeom prst="line">
            <a:avLst/>
          </a:prstGeom>
          <a:noFill/>
          <a:ln w="12700">
            <a:solidFill>
              <a:srgbClr val="1E25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73952" y="2651760"/>
            <a:ext cx="54864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1968" y="25694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Sports whale trades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73952" y="3127248"/>
            <a:ext cx="54864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01968" y="30449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share per signal via REST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73952" y="3602736"/>
            <a:ext cx="54864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01968" y="35204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per execution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73952" y="4078224"/>
            <a:ext cx="54864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1968" y="3995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Enable/disable via API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Scale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141732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64008" cy="1417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63040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14,725+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0574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Captured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350008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weeks of live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023360" cy="141732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71600"/>
            <a:ext cx="64008" cy="14173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463040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$154M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56048" y="20574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Volume Tracked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2350008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$89M NO volume — heavy YES market bias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023360" cy="141732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64008" cy="1417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17520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Layers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66928" y="361188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Monitoring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904488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UptimeRobot · Hourly agent · Daily briefing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4023360" cy="141732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26080"/>
            <a:ext cx="64008" cy="14173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3017520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$5.2M+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956048" y="361188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Signals in 24 Hours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3904488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$3.5M · RCB $1.5M · Celtics $145K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1920240" cy="306324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19202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8132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" y="1883664"/>
            <a:ext cx="1664208" cy="0"/>
          </a:xfrm>
          <a:prstGeom prst="line">
            <a:avLst/>
          </a:prstGeom>
          <a:noFill/>
          <a:ln w="12700">
            <a:solidFill>
              <a:srgbClr val="1E2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2048256"/>
            <a:ext cx="457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9751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Fastify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" y="2596896"/>
            <a:ext cx="457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5237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(WAL)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" y="3145536"/>
            <a:ext cx="457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0723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(ws)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" y="3694176"/>
            <a:ext cx="457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6210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email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1353312"/>
            <a:ext cx="1920240" cy="306324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51760" y="1353312"/>
            <a:ext cx="192024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9776" y="148132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79776" y="1883664"/>
            <a:ext cx="1664208" cy="0"/>
          </a:xfrm>
          <a:prstGeom prst="line">
            <a:avLst/>
          </a:prstGeom>
          <a:noFill/>
          <a:ln w="12700">
            <a:solidFill>
              <a:srgbClr val="1E25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79776" y="2048256"/>
            <a:ext cx="4572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9504" y="19751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79776" y="2596896"/>
            <a:ext cx="4572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25237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79776" y="3145536"/>
            <a:ext cx="4572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9504" y="30723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WebSocket feed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79776" y="3694176"/>
            <a:ext cx="4572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36210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1353312"/>
            <a:ext cx="1920240" cy="306324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1353312"/>
            <a:ext cx="192024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148132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65776" y="1883664"/>
            <a:ext cx="1664208" cy="0"/>
          </a:xfrm>
          <a:prstGeom prst="line">
            <a:avLst/>
          </a:prstGeom>
          <a:noFill/>
          <a:ln w="12700">
            <a:solidFill>
              <a:srgbClr val="1E25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65776" y="2048256"/>
            <a:ext cx="4572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75504" y="19751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process mgr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65776" y="2596896"/>
            <a:ext cx="4572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5504" y="25237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public tunnel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65776" y="3145536"/>
            <a:ext cx="4572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75504" y="30723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UptimeRobot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65776" y="3694176"/>
            <a:ext cx="4572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75504" y="36210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RSA-PSS auth signing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23760" y="1353312"/>
            <a:ext cx="1920240" cy="3063240"/>
          </a:xfrm>
          <a:prstGeom prst="rect">
            <a:avLst/>
          </a:prstGeom>
          <a:solidFill>
            <a:srgbClr val="111820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23760" y="1353312"/>
            <a:ext cx="192024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51776" y="148132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351776" y="1883664"/>
            <a:ext cx="1664208" cy="0"/>
          </a:xfrm>
          <a:prstGeom prst="line">
            <a:avLst/>
          </a:prstGeom>
          <a:noFill/>
          <a:ln w="12700">
            <a:solidFill>
              <a:srgbClr val="1E25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51776" y="2048256"/>
            <a:ext cx="4572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61504" y="19751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hourly monitor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51776" y="2596896"/>
            <a:ext cx="4572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61504" y="25237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daily briefing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51776" y="3145536"/>
            <a:ext cx="4572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61504" y="30723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Auto-trader engine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51776" y="3694176"/>
            <a:ext cx="4572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61504" y="36210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alert emails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7000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a single session with Claude.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Kalshi Whale Tracker</dc:title>
  <dc:subject>PptxGenJS Presentation</dc:subject>
  <dc:creator>Victor</dc:creator>
  <cp:lastModifiedBy>Victor</cp:lastModifiedBy>
  <cp:revision>1</cp:revision>
  <dcterms:created xsi:type="dcterms:W3CDTF">2026-04-29T04:24:59Z</dcterms:created>
  <dcterms:modified xsi:type="dcterms:W3CDTF">2026-04-29T04:24:59Z</dcterms:modified>
</cp:coreProperties>
</file>